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7C775D5F_42B60FC1.xml" ContentType="application/vnd.ms-powerpoint.comments+xml"/>
  <Override PartName="/ppt/comments/modernComment_7C775D60_51E547E8.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088197471" r:id="rId2"/>
    <p:sldId id="2088197472"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A4292F2F-DED5-9853-AA8A-6450936A9AF3}" name="Chandrakant Phutankar, Komal" initials="KC" userId="S::kchandrakantphuta@deloitte.com::94b41173-5725-4099-9b1b-0174c3882ab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2764" autoAdjust="0"/>
  </p:normalViewPr>
  <p:slideViewPr>
    <p:cSldViewPr snapToGrid="0">
      <p:cViewPr varScale="1">
        <p:scale>
          <a:sx n="55" d="100"/>
          <a:sy n="55" d="100"/>
        </p:scale>
        <p:origin x="280"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9" Type="http://schemas.microsoft.com/office/2018/10/relationships/authors" Target="authors.xml"/></Relationships>
</file>

<file path=ppt/comments/modernComment_7C775D5F_42B60FC1.xml><?xml version="1.0" encoding="utf-8"?>
<p188:cmLst xmlns:a="http://schemas.openxmlformats.org/drawingml/2006/main" xmlns:r="http://schemas.openxmlformats.org/officeDocument/2006/relationships" xmlns:p188="http://schemas.microsoft.com/office/powerpoint/2018/8/main">
  <p188:cm id="{78509341-372E-478A-90C4-E4E139FB1529}" authorId="{A4292F2F-DED5-9853-AA8A-6450936A9AF3}" created="2026-02-11T16:20:20.751">
    <pc:sldMkLst xmlns:pc="http://schemas.microsoft.com/office/powerpoint/2013/main/command">
      <pc:docMk/>
      <pc:sldMk cId="1119227841" sldId="2088197471"/>
    </pc:sldMkLst>
    <p188:txBody>
      <a:bodyPr/>
      <a:lstStyle/>
      <a:p>
        <a:r>
          <a:rPr lang="en-IN"/>
          <a:t>This is from PAR document that needs to be updated based on DAD standard</a:t>
        </a:r>
      </a:p>
    </p188:txBody>
  </p188:cm>
</p188:cmLst>
</file>

<file path=ppt/comments/modernComment_7C775D60_51E547E8.xml><?xml version="1.0" encoding="utf-8"?>
<p188:cmLst xmlns:a="http://schemas.openxmlformats.org/drawingml/2006/main" xmlns:r="http://schemas.openxmlformats.org/officeDocument/2006/relationships" xmlns:p188="http://schemas.microsoft.com/office/powerpoint/2018/8/main">
  <p188:cm id="{C0A50C0A-7327-4DC4-A926-4E02D66939D5}" authorId="{A4292F2F-DED5-9853-AA8A-6450936A9AF3}" created="2026-02-11T16:21:47.040">
    <pc:sldMkLst xmlns:pc="http://schemas.microsoft.com/office/powerpoint/2013/main/command">
      <pc:docMk/>
      <pc:sldMk cId="1373980648" sldId="2088197472"/>
    </pc:sldMkLst>
    <p188:txBody>
      <a:bodyPr/>
      <a:lstStyle/>
      <a:p>
        <a:r>
          <a:rPr lang="en-IN"/>
          <a:t>This is Sample infrastructure that we need to create for lower env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F464CB-6F60-4A5E-AD96-F9A085D91638}" type="datetimeFigureOut">
              <a:rPr lang="en-IN" smtClean="0"/>
              <a:t>11-02-2026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2FAC25-E29A-433F-AE1B-6F326258E9DB}" type="slidenum">
              <a:rPr lang="en-IN" smtClean="0"/>
              <a:t>‹#›</a:t>
            </a:fld>
            <a:endParaRPr lang="en-IN"/>
          </a:p>
        </p:txBody>
      </p:sp>
    </p:spTree>
    <p:extLst>
      <p:ext uri="{BB962C8B-B14F-4D97-AF65-F5344CB8AC3E}">
        <p14:creationId xmlns:p14="http://schemas.microsoft.com/office/powerpoint/2010/main" val="768018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applicationstandards.deloitte.com/app/core/governance/application"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88014-8591-122F-D9BB-6666853689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BD022-C444-9CC5-20B1-6E9F1A687C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9B2567-DC5D-8A83-9C9E-3AD8E83FF47E}"/>
              </a:ext>
            </a:extLst>
          </p:cNvPr>
          <p:cNvSpPr>
            <a:spLocks noGrp="1"/>
          </p:cNvSpPr>
          <p:nvPr>
            <p:ph type="body" idx="1"/>
          </p:nvPr>
        </p:nvSpPr>
        <p:spPr/>
        <p:txBody>
          <a:bodyPr>
            <a:normAutofit fontScale="77500" lnSpcReduction="20000"/>
          </a:bodyPr>
          <a:lstStyle/>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i="1">
                <a:solidFill>
                  <a:srgbClr val="FF0000"/>
                </a:solidFill>
              </a:rPr>
              <a:t>Updated in v2.3: </a:t>
            </a:r>
            <a:r>
              <a:rPr lang="en-US" b="0" i="0">
                <a:solidFill>
                  <a:srgbClr val="FF0000"/>
                </a:solidFill>
              </a:rPr>
              <a:t>New review signoff required for this slide.  Contact guidance below.</a:t>
            </a: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i="1">
                <a:solidFill>
                  <a:srgbClr val="FF0000"/>
                </a:solidFill>
              </a:rPr>
              <a:t>No updates in v2.2</a:t>
            </a: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i="1">
                <a:solidFill>
                  <a:srgbClr val="FF0000"/>
                </a:solidFill>
              </a:rPr>
              <a:t>No updates in v2.1</a:t>
            </a:r>
          </a:p>
          <a:p>
            <a:pPr marL="0" lvl="0" indent="0">
              <a:buFont typeface="Arial" panose="020B0604020202020204" pitchFamily="34" charset="0"/>
              <a:buNone/>
            </a:pPr>
            <a:endParaRPr lang="en-US" b="1"/>
          </a:p>
          <a:p>
            <a:pPr marL="0" lvl="0" indent="0">
              <a:buFont typeface="Arial" panose="020B0604020202020204" pitchFamily="34" charset="0"/>
              <a:buNone/>
            </a:pPr>
            <a:r>
              <a:rPr lang="en-US" b="1"/>
              <a:t>PAR Template Diagrams</a:t>
            </a:r>
            <a:r>
              <a:rPr lang="en-US" b="0"/>
              <a:t> </a:t>
            </a:r>
          </a:p>
          <a:p>
            <a:pPr marL="0" lvl="0" indent="0">
              <a:buFont typeface="Arial" panose="020B0604020202020204" pitchFamily="34" charset="0"/>
              <a:buNone/>
            </a:pPr>
            <a:r>
              <a:rPr lang="en-US">
                <a:hlinkClick r:id="rId3"/>
              </a:rPr>
              <a:t>https://applicationstandards.deloitte.com/app/core/governance/application</a:t>
            </a:r>
            <a:endParaRPr lang="en-US"/>
          </a:p>
          <a:p>
            <a:pPr marL="0" lvl="0" indent="0">
              <a:buFont typeface="Arial" panose="020B0604020202020204" pitchFamily="34" charset="0"/>
              <a:buNone/>
            </a:pPr>
            <a:endParaRPr lang="en-US">
              <a:hlinkClick r:id="rId3"/>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1600" b="1" i="0">
                <a:solidFill>
                  <a:schemeClr val="dk1"/>
                </a:solidFill>
              </a:rPr>
              <a:t>Approval required for this infrastructure view slide</a:t>
            </a:r>
            <a:endParaRPr lang="en-US" sz="1600" b="0" i="0">
              <a:solidFill>
                <a:schemeClr val="dk1"/>
              </a:solidFill>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sz="1600" b="0" i="0">
              <a:solidFill>
                <a:schemeClr val="dk1"/>
              </a:solidFil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1600" b="0" i="0">
                <a:solidFill>
                  <a:schemeClr val="dk1"/>
                </a:solidFill>
              </a:rPr>
              <a:t>Architects should reach out to their channel aligned Site Reliability Engineer (SRE) with an overview of the solution/requirement, integrations, load model, any/all special requirements.  The SRE will coordinate with the cloud infrastructure architect to consult, design the infrastructure, considering approved services and configurations, conduct peer reviews obtain the cloud infrastructure architect’s approval.</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sz="1600" b="0" i="0">
              <a:solidFill>
                <a:schemeClr val="dk1"/>
              </a:solidFil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1600" b="0" i="0">
                <a:solidFill>
                  <a:schemeClr val="dk1"/>
                </a:solidFill>
              </a:rPr>
              <a:t>Whichever infrastructure slide is used needs to be reviewed and approved by a member of the appropriate Infrastructure Team:</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800" b="1"/>
              <a:t>DAS Audit Projects:</a:t>
            </a:r>
            <a:r>
              <a:rPr lang="en-US" sz="1800"/>
              <a:t> US AAPS Cloud Architects &lt;usaapscloudarchitects@deloitte.com</a:t>
            </a:r>
            <a:endParaRPr lang="en-US" sz="1800" b="1">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1800" b="1">
                <a:effectLst/>
                <a:latin typeface="Calibri" panose="020F0502020204030204" pitchFamily="34" charset="0"/>
                <a:ea typeface="Calibri" panose="020F0502020204030204" pitchFamily="34" charset="0"/>
                <a:cs typeface="Times New Roman" panose="02020603050405020304" pitchFamily="18" charset="0"/>
              </a:rPr>
              <a:t>All other DAS Projects: </a:t>
            </a:r>
            <a:r>
              <a:rPr lang="en-US" sz="1800">
                <a:effectLst/>
                <a:latin typeface="Calibri" panose="020F0502020204030204" pitchFamily="34" charset="0"/>
                <a:ea typeface="Calibri" panose="020F0502020204030204" pitchFamily="34" charset="0"/>
                <a:cs typeface="Times New Roman" panose="02020603050405020304" pitchFamily="18" charset="0"/>
              </a:rPr>
              <a:t>US DAS Cloud Infra Architecture &lt;</a:t>
            </a:r>
            <a:r>
              <a:rPr lang="en-US" sz="1800" u="sng">
                <a:effectLst/>
                <a:latin typeface="Calibri" panose="020F0502020204030204" pitchFamily="34" charset="0"/>
                <a:ea typeface="Calibri" panose="020F0502020204030204" pitchFamily="34" charset="0"/>
                <a:cs typeface="Times New Roman" panose="02020603050405020304" pitchFamily="18" charset="0"/>
              </a:rPr>
              <a:t>usscmplatformarchitecture@deloitte.com</a:t>
            </a:r>
            <a:r>
              <a:rPr lang="en-US" sz="1800">
                <a:effectLst/>
                <a:latin typeface="Calibri" panose="020F0502020204030204" pitchFamily="34" charset="0"/>
                <a:ea typeface="Calibri" panose="020F0502020204030204" pitchFamily="34" charset="0"/>
                <a:cs typeface="Times New Roman" panose="02020603050405020304" pitchFamily="18" charset="0"/>
              </a:rPr>
              <a:t>&gt;</a:t>
            </a:r>
            <a:endParaRPr lang="en-US" sz="1600" kern="1200">
              <a:solidFill>
                <a:schemeClr val="tx1"/>
              </a:solidFill>
              <a:effectLst/>
              <a:latin typeface="Arial" panose="020B0604020202020204" pitchFamily="34" charset="0"/>
              <a:ea typeface="ＭＳ Ｐゴシック" charset="0"/>
              <a:cs typeface="+mn-cs"/>
            </a:endParaRPr>
          </a:p>
        </p:txBody>
      </p:sp>
      <p:sp>
        <p:nvSpPr>
          <p:cNvPr id="4" name="Slide Number Placeholder 3">
            <a:extLst>
              <a:ext uri="{FF2B5EF4-FFF2-40B4-BE49-F238E27FC236}">
                <a16:creationId xmlns:a16="http://schemas.microsoft.com/office/drawing/2014/main" id="{A53F89E7-F5AB-D841-D660-5F0ECF139DD5}"/>
              </a:ext>
            </a:extLst>
          </p:cNvPr>
          <p:cNvSpPr>
            <a:spLocks noGrp="1"/>
          </p:cNvSpPr>
          <p:nvPr>
            <p:ph type="sldNum" sz="quarter" idx="10"/>
          </p:nvPr>
        </p:nvSpPr>
        <p:spPr/>
        <p:txBody>
          <a:bodyPr/>
          <a:lstStyle/>
          <a:p>
            <a:fld id="{C0F4A2C8-6C88-4E71-83EE-698B9D4FE22F}" type="slidenum">
              <a:rPr lang="en-US" smtClean="0"/>
              <a:pPr/>
              <a:t>1</a:t>
            </a:fld>
            <a:endParaRPr lang="en-US"/>
          </a:p>
        </p:txBody>
      </p:sp>
    </p:spTree>
    <p:extLst>
      <p:ext uri="{BB962C8B-B14F-4D97-AF65-F5344CB8AC3E}">
        <p14:creationId xmlns:p14="http://schemas.microsoft.com/office/powerpoint/2010/main" val="2142889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449C8-2481-5530-F7BF-4FA30D10AF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131B2BD-1D5F-C7F9-F0E8-1109EA2B63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21278BF-9F1F-BFE6-B84C-C70155066CFB}"/>
              </a:ext>
            </a:extLst>
          </p:cNvPr>
          <p:cNvSpPr>
            <a:spLocks noGrp="1"/>
          </p:cNvSpPr>
          <p:nvPr>
            <p:ph type="dt" sz="half" idx="10"/>
          </p:nvPr>
        </p:nvSpPr>
        <p:spPr/>
        <p:txBody>
          <a:bodyPr/>
          <a:lstStyle/>
          <a:p>
            <a:fld id="{C6C253E6-68EC-412E-A489-8281D1D169A8}" type="datetimeFigureOut">
              <a:rPr lang="en-IN" smtClean="0"/>
              <a:t>11-02-2026</a:t>
            </a:fld>
            <a:endParaRPr lang="en-IN"/>
          </a:p>
        </p:txBody>
      </p:sp>
      <p:sp>
        <p:nvSpPr>
          <p:cNvPr id="5" name="Footer Placeholder 4">
            <a:extLst>
              <a:ext uri="{FF2B5EF4-FFF2-40B4-BE49-F238E27FC236}">
                <a16:creationId xmlns:a16="http://schemas.microsoft.com/office/drawing/2014/main" id="{831F5FCA-18ED-C949-3BF9-109D9A0F2D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9914A6-68EC-2F65-0A3C-9200D458469C}"/>
              </a:ext>
            </a:extLst>
          </p:cNvPr>
          <p:cNvSpPr>
            <a:spLocks noGrp="1"/>
          </p:cNvSpPr>
          <p:nvPr>
            <p:ph type="sldNum" sz="quarter" idx="12"/>
          </p:nvPr>
        </p:nvSpPr>
        <p:spPr/>
        <p:txBody>
          <a:bodyPr/>
          <a:lstStyle/>
          <a:p>
            <a:fld id="{970823A4-003D-4761-98AE-0612E30E78EE}" type="slidenum">
              <a:rPr lang="en-IN" smtClean="0"/>
              <a:t>‹#›</a:t>
            </a:fld>
            <a:endParaRPr lang="en-IN"/>
          </a:p>
        </p:txBody>
      </p:sp>
    </p:spTree>
    <p:extLst>
      <p:ext uri="{BB962C8B-B14F-4D97-AF65-F5344CB8AC3E}">
        <p14:creationId xmlns:p14="http://schemas.microsoft.com/office/powerpoint/2010/main" val="3100294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69FD8-6F5B-1BFA-8187-1817353A96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DCE111-1773-A889-EA92-4422554F1F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6A6316-528B-91E6-A336-36688F64A98C}"/>
              </a:ext>
            </a:extLst>
          </p:cNvPr>
          <p:cNvSpPr>
            <a:spLocks noGrp="1"/>
          </p:cNvSpPr>
          <p:nvPr>
            <p:ph type="dt" sz="half" idx="10"/>
          </p:nvPr>
        </p:nvSpPr>
        <p:spPr/>
        <p:txBody>
          <a:bodyPr/>
          <a:lstStyle/>
          <a:p>
            <a:fld id="{C6C253E6-68EC-412E-A489-8281D1D169A8}" type="datetimeFigureOut">
              <a:rPr lang="en-IN" smtClean="0"/>
              <a:t>11-02-2026</a:t>
            </a:fld>
            <a:endParaRPr lang="en-IN"/>
          </a:p>
        </p:txBody>
      </p:sp>
      <p:sp>
        <p:nvSpPr>
          <p:cNvPr id="5" name="Footer Placeholder 4">
            <a:extLst>
              <a:ext uri="{FF2B5EF4-FFF2-40B4-BE49-F238E27FC236}">
                <a16:creationId xmlns:a16="http://schemas.microsoft.com/office/drawing/2014/main" id="{AD5C671B-0605-447B-62E9-7797048FC9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26EDC9-A2C6-9737-C745-66A998D88B75}"/>
              </a:ext>
            </a:extLst>
          </p:cNvPr>
          <p:cNvSpPr>
            <a:spLocks noGrp="1"/>
          </p:cNvSpPr>
          <p:nvPr>
            <p:ph type="sldNum" sz="quarter" idx="12"/>
          </p:nvPr>
        </p:nvSpPr>
        <p:spPr/>
        <p:txBody>
          <a:bodyPr/>
          <a:lstStyle/>
          <a:p>
            <a:fld id="{970823A4-003D-4761-98AE-0612E30E78EE}" type="slidenum">
              <a:rPr lang="en-IN" smtClean="0"/>
              <a:t>‹#›</a:t>
            </a:fld>
            <a:endParaRPr lang="en-IN"/>
          </a:p>
        </p:txBody>
      </p:sp>
    </p:spTree>
    <p:extLst>
      <p:ext uri="{BB962C8B-B14F-4D97-AF65-F5344CB8AC3E}">
        <p14:creationId xmlns:p14="http://schemas.microsoft.com/office/powerpoint/2010/main" val="1980798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52869-211B-12AC-114F-78D9FCF0B1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4FD774F-02A2-8EEB-0E62-86A14DF1B0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20E6F6-228E-EA3F-0F2B-ADBDD68CAA14}"/>
              </a:ext>
            </a:extLst>
          </p:cNvPr>
          <p:cNvSpPr>
            <a:spLocks noGrp="1"/>
          </p:cNvSpPr>
          <p:nvPr>
            <p:ph type="dt" sz="half" idx="10"/>
          </p:nvPr>
        </p:nvSpPr>
        <p:spPr/>
        <p:txBody>
          <a:bodyPr/>
          <a:lstStyle/>
          <a:p>
            <a:fld id="{C6C253E6-68EC-412E-A489-8281D1D169A8}" type="datetimeFigureOut">
              <a:rPr lang="en-IN" smtClean="0"/>
              <a:t>11-02-2026</a:t>
            </a:fld>
            <a:endParaRPr lang="en-IN"/>
          </a:p>
        </p:txBody>
      </p:sp>
      <p:sp>
        <p:nvSpPr>
          <p:cNvPr id="5" name="Footer Placeholder 4">
            <a:extLst>
              <a:ext uri="{FF2B5EF4-FFF2-40B4-BE49-F238E27FC236}">
                <a16:creationId xmlns:a16="http://schemas.microsoft.com/office/drawing/2014/main" id="{A2B34E0F-9BD2-9640-DE0E-DCCF79376E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D915F4-79D5-0C64-FCF9-2B62B57F7286}"/>
              </a:ext>
            </a:extLst>
          </p:cNvPr>
          <p:cNvSpPr>
            <a:spLocks noGrp="1"/>
          </p:cNvSpPr>
          <p:nvPr>
            <p:ph type="sldNum" sz="quarter" idx="12"/>
          </p:nvPr>
        </p:nvSpPr>
        <p:spPr/>
        <p:txBody>
          <a:bodyPr/>
          <a:lstStyle/>
          <a:p>
            <a:fld id="{970823A4-003D-4761-98AE-0612E30E78EE}" type="slidenum">
              <a:rPr lang="en-IN" smtClean="0"/>
              <a:t>‹#›</a:t>
            </a:fld>
            <a:endParaRPr lang="en-IN"/>
          </a:p>
        </p:txBody>
      </p:sp>
    </p:spTree>
    <p:extLst>
      <p:ext uri="{BB962C8B-B14F-4D97-AF65-F5344CB8AC3E}">
        <p14:creationId xmlns:p14="http://schemas.microsoft.com/office/powerpoint/2010/main" val="2942434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44493-F17A-15AF-C791-BBE2E343A6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810936-05FB-6AC1-90E6-0C9A90E4F0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9CDFABC-A2AD-761C-2BDF-6422FA0923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76DB026-0624-F62E-385D-841DA2D62CCA}"/>
              </a:ext>
            </a:extLst>
          </p:cNvPr>
          <p:cNvSpPr>
            <a:spLocks noGrp="1"/>
          </p:cNvSpPr>
          <p:nvPr>
            <p:ph type="dt" sz="half" idx="10"/>
          </p:nvPr>
        </p:nvSpPr>
        <p:spPr/>
        <p:txBody>
          <a:bodyPr/>
          <a:lstStyle/>
          <a:p>
            <a:fld id="{C6C253E6-68EC-412E-A489-8281D1D169A8}" type="datetimeFigureOut">
              <a:rPr lang="en-IN" smtClean="0"/>
              <a:t>11-02-2026</a:t>
            </a:fld>
            <a:endParaRPr lang="en-IN"/>
          </a:p>
        </p:txBody>
      </p:sp>
      <p:sp>
        <p:nvSpPr>
          <p:cNvPr id="6" name="Footer Placeholder 5">
            <a:extLst>
              <a:ext uri="{FF2B5EF4-FFF2-40B4-BE49-F238E27FC236}">
                <a16:creationId xmlns:a16="http://schemas.microsoft.com/office/drawing/2014/main" id="{04C9C4F1-4DF3-D558-F9E2-2C716FA86C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DF98E4-B8FB-AAC9-6F11-A80BB9AD3996}"/>
              </a:ext>
            </a:extLst>
          </p:cNvPr>
          <p:cNvSpPr>
            <a:spLocks noGrp="1"/>
          </p:cNvSpPr>
          <p:nvPr>
            <p:ph type="sldNum" sz="quarter" idx="12"/>
          </p:nvPr>
        </p:nvSpPr>
        <p:spPr/>
        <p:txBody>
          <a:bodyPr/>
          <a:lstStyle/>
          <a:p>
            <a:fld id="{970823A4-003D-4761-98AE-0612E30E78EE}" type="slidenum">
              <a:rPr lang="en-IN" smtClean="0"/>
              <a:t>‹#›</a:t>
            </a:fld>
            <a:endParaRPr lang="en-IN"/>
          </a:p>
        </p:txBody>
      </p:sp>
    </p:spTree>
    <p:extLst>
      <p:ext uri="{BB962C8B-B14F-4D97-AF65-F5344CB8AC3E}">
        <p14:creationId xmlns:p14="http://schemas.microsoft.com/office/powerpoint/2010/main" val="3745620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BB778-537B-1DEF-24AF-422442CBD6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E2FA194-1050-B793-61A9-0DF5C16C39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4B8B1F-1759-0F1C-D045-F564D8A93F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8420F1C-7205-3AA8-46E3-7AB6CB22DD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07C10F-F8F5-9CC4-B9DC-7744B26FF5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7C86DB6-33F6-9973-0E42-D4D04982A8EF}"/>
              </a:ext>
            </a:extLst>
          </p:cNvPr>
          <p:cNvSpPr>
            <a:spLocks noGrp="1"/>
          </p:cNvSpPr>
          <p:nvPr>
            <p:ph type="dt" sz="half" idx="10"/>
          </p:nvPr>
        </p:nvSpPr>
        <p:spPr/>
        <p:txBody>
          <a:bodyPr/>
          <a:lstStyle/>
          <a:p>
            <a:fld id="{C6C253E6-68EC-412E-A489-8281D1D169A8}" type="datetimeFigureOut">
              <a:rPr lang="en-IN" smtClean="0"/>
              <a:t>11-02-2026</a:t>
            </a:fld>
            <a:endParaRPr lang="en-IN"/>
          </a:p>
        </p:txBody>
      </p:sp>
      <p:sp>
        <p:nvSpPr>
          <p:cNvPr id="8" name="Footer Placeholder 7">
            <a:extLst>
              <a:ext uri="{FF2B5EF4-FFF2-40B4-BE49-F238E27FC236}">
                <a16:creationId xmlns:a16="http://schemas.microsoft.com/office/drawing/2014/main" id="{40158518-3982-34E5-8843-60D5E26C062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DC6CEC3-E2B0-E930-597A-1A8529AF7164}"/>
              </a:ext>
            </a:extLst>
          </p:cNvPr>
          <p:cNvSpPr>
            <a:spLocks noGrp="1"/>
          </p:cNvSpPr>
          <p:nvPr>
            <p:ph type="sldNum" sz="quarter" idx="12"/>
          </p:nvPr>
        </p:nvSpPr>
        <p:spPr/>
        <p:txBody>
          <a:bodyPr/>
          <a:lstStyle/>
          <a:p>
            <a:fld id="{970823A4-003D-4761-98AE-0612E30E78EE}" type="slidenum">
              <a:rPr lang="en-IN" smtClean="0"/>
              <a:t>‹#›</a:t>
            </a:fld>
            <a:endParaRPr lang="en-IN"/>
          </a:p>
        </p:txBody>
      </p:sp>
    </p:spTree>
    <p:extLst>
      <p:ext uri="{BB962C8B-B14F-4D97-AF65-F5344CB8AC3E}">
        <p14:creationId xmlns:p14="http://schemas.microsoft.com/office/powerpoint/2010/main" val="1682985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D3753-FEDB-EDE0-BFC3-FEFC4712F5C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FB11E0F-8EAE-8249-BCD9-0F285DBB3F6F}"/>
              </a:ext>
            </a:extLst>
          </p:cNvPr>
          <p:cNvSpPr>
            <a:spLocks noGrp="1"/>
          </p:cNvSpPr>
          <p:nvPr>
            <p:ph type="dt" sz="half" idx="10"/>
          </p:nvPr>
        </p:nvSpPr>
        <p:spPr/>
        <p:txBody>
          <a:bodyPr/>
          <a:lstStyle/>
          <a:p>
            <a:fld id="{C6C253E6-68EC-412E-A489-8281D1D169A8}" type="datetimeFigureOut">
              <a:rPr lang="en-IN" smtClean="0"/>
              <a:t>11-02-2026</a:t>
            </a:fld>
            <a:endParaRPr lang="en-IN"/>
          </a:p>
        </p:txBody>
      </p:sp>
      <p:sp>
        <p:nvSpPr>
          <p:cNvPr id="4" name="Footer Placeholder 3">
            <a:extLst>
              <a:ext uri="{FF2B5EF4-FFF2-40B4-BE49-F238E27FC236}">
                <a16:creationId xmlns:a16="http://schemas.microsoft.com/office/drawing/2014/main" id="{4F0E448A-DA8F-409E-A735-38A865C5EA2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5F563C2-1132-249D-67C0-E632A1D4DF5A}"/>
              </a:ext>
            </a:extLst>
          </p:cNvPr>
          <p:cNvSpPr>
            <a:spLocks noGrp="1"/>
          </p:cNvSpPr>
          <p:nvPr>
            <p:ph type="sldNum" sz="quarter" idx="12"/>
          </p:nvPr>
        </p:nvSpPr>
        <p:spPr/>
        <p:txBody>
          <a:bodyPr/>
          <a:lstStyle/>
          <a:p>
            <a:fld id="{970823A4-003D-4761-98AE-0612E30E78EE}" type="slidenum">
              <a:rPr lang="en-IN" smtClean="0"/>
              <a:t>‹#›</a:t>
            </a:fld>
            <a:endParaRPr lang="en-IN"/>
          </a:p>
        </p:txBody>
      </p:sp>
    </p:spTree>
    <p:extLst>
      <p:ext uri="{BB962C8B-B14F-4D97-AF65-F5344CB8AC3E}">
        <p14:creationId xmlns:p14="http://schemas.microsoft.com/office/powerpoint/2010/main" val="3209108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5F9C41-D1E2-46AF-7058-321DB8E61039}"/>
              </a:ext>
            </a:extLst>
          </p:cNvPr>
          <p:cNvSpPr>
            <a:spLocks noGrp="1"/>
          </p:cNvSpPr>
          <p:nvPr>
            <p:ph type="dt" sz="half" idx="10"/>
          </p:nvPr>
        </p:nvSpPr>
        <p:spPr/>
        <p:txBody>
          <a:bodyPr/>
          <a:lstStyle/>
          <a:p>
            <a:fld id="{C6C253E6-68EC-412E-A489-8281D1D169A8}" type="datetimeFigureOut">
              <a:rPr lang="en-IN" smtClean="0"/>
              <a:t>11-02-2026</a:t>
            </a:fld>
            <a:endParaRPr lang="en-IN"/>
          </a:p>
        </p:txBody>
      </p:sp>
      <p:sp>
        <p:nvSpPr>
          <p:cNvPr id="3" name="Footer Placeholder 2">
            <a:extLst>
              <a:ext uri="{FF2B5EF4-FFF2-40B4-BE49-F238E27FC236}">
                <a16:creationId xmlns:a16="http://schemas.microsoft.com/office/drawing/2014/main" id="{4BFB37D6-2714-51A1-02AA-C20F9114E8B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2717224-B21D-85B8-6039-F8D436B3423B}"/>
              </a:ext>
            </a:extLst>
          </p:cNvPr>
          <p:cNvSpPr>
            <a:spLocks noGrp="1"/>
          </p:cNvSpPr>
          <p:nvPr>
            <p:ph type="sldNum" sz="quarter" idx="12"/>
          </p:nvPr>
        </p:nvSpPr>
        <p:spPr/>
        <p:txBody>
          <a:bodyPr/>
          <a:lstStyle/>
          <a:p>
            <a:fld id="{970823A4-003D-4761-98AE-0612E30E78EE}" type="slidenum">
              <a:rPr lang="en-IN" smtClean="0"/>
              <a:t>‹#›</a:t>
            </a:fld>
            <a:endParaRPr lang="en-IN"/>
          </a:p>
        </p:txBody>
      </p:sp>
    </p:spTree>
    <p:extLst>
      <p:ext uri="{BB962C8B-B14F-4D97-AF65-F5344CB8AC3E}">
        <p14:creationId xmlns:p14="http://schemas.microsoft.com/office/powerpoint/2010/main" val="498549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B9430-ECBE-B452-C551-08B4B13469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F57E428-8F58-8EA2-CA7C-FE3654FBFF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1E6EB0C-BDC2-C7DA-BF49-26F8D4327A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E2C2D7-5468-6708-5912-D6E11DE2D039}"/>
              </a:ext>
            </a:extLst>
          </p:cNvPr>
          <p:cNvSpPr>
            <a:spLocks noGrp="1"/>
          </p:cNvSpPr>
          <p:nvPr>
            <p:ph type="dt" sz="half" idx="10"/>
          </p:nvPr>
        </p:nvSpPr>
        <p:spPr/>
        <p:txBody>
          <a:bodyPr/>
          <a:lstStyle/>
          <a:p>
            <a:fld id="{C6C253E6-68EC-412E-A489-8281D1D169A8}" type="datetimeFigureOut">
              <a:rPr lang="en-IN" smtClean="0"/>
              <a:t>11-02-2026</a:t>
            </a:fld>
            <a:endParaRPr lang="en-IN"/>
          </a:p>
        </p:txBody>
      </p:sp>
      <p:sp>
        <p:nvSpPr>
          <p:cNvPr id="6" name="Footer Placeholder 5">
            <a:extLst>
              <a:ext uri="{FF2B5EF4-FFF2-40B4-BE49-F238E27FC236}">
                <a16:creationId xmlns:a16="http://schemas.microsoft.com/office/drawing/2014/main" id="{4D120C0C-B102-B418-4B61-5648A13063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CCA3099-F052-A580-CF68-F1DA980A82C0}"/>
              </a:ext>
            </a:extLst>
          </p:cNvPr>
          <p:cNvSpPr>
            <a:spLocks noGrp="1"/>
          </p:cNvSpPr>
          <p:nvPr>
            <p:ph type="sldNum" sz="quarter" idx="12"/>
          </p:nvPr>
        </p:nvSpPr>
        <p:spPr/>
        <p:txBody>
          <a:bodyPr/>
          <a:lstStyle/>
          <a:p>
            <a:fld id="{970823A4-003D-4761-98AE-0612E30E78EE}" type="slidenum">
              <a:rPr lang="en-IN" smtClean="0"/>
              <a:t>‹#›</a:t>
            </a:fld>
            <a:endParaRPr lang="en-IN"/>
          </a:p>
        </p:txBody>
      </p:sp>
    </p:spTree>
    <p:extLst>
      <p:ext uri="{BB962C8B-B14F-4D97-AF65-F5344CB8AC3E}">
        <p14:creationId xmlns:p14="http://schemas.microsoft.com/office/powerpoint/2010/main" val="877149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02391-82C3-383D-AB52-7DA44DD396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17B0CE0-34BF-35CD-1976-8C8C7995E0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04EE9B3-BBC2-71E1-38D5-F253D7DFE4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0505A9-58F6-792C-6C6A-1DACAD76C435}"/>
              </a:ext>
            </a:extLst>
          </p:cNvPr>
          <p:cNvSpPr>
            <a:spLocks noGrp="1"/>
          </p:cNvSpPr>
          <p:nvPr>
            <p:ph type="dt" sz="half" idx="10"/>
          </p:nvPr>
        </p:nvSpPr>
        <p:spPr/>
        <p:txBody>
          <a:bodyPr/>
          <a:lstStyle/>
          <a:p>
            <a:fld id="{C6C253E6-68EC-412E-A489-8281D1D169A8}" type="datetimeFigureOut">
              <a:rPr lang="en-IN" smtClean="0"/>
              <a:t>11-02-2026</a:t>
            </a:fld>
            <a:endParaRPr lang="en-IN"/>
          </a:p>
        </p:txBody>
      </p:sp>
      <p:sp>
        <p:nvSpPr>
          <p:cNvPr id="6" name="Footer Placeholder 5">
            <a:extLst>
              <a:ext uri="{FF2B5EF4-FFF2-40B4-BE49-F238E27FC236}">
                <a16:creationId xmlns:a16="http://schemas.microsoft.com/office/drawing/2014/main" id="{026F8AC8-A0DA-14D6-2BA3-818187641B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1D2651-300C-388E-6FC0-A8E7B9220BC3}"/>
              </a:ext>
            </a:extLst>
          </p:cNvPr>
          <p:cNvSpPr>
            <a:spLocks noGrp="1"/>
          </p:cNvSpPr>
          <p:nvPr>
            <p:ph type="sldNum" sz="quarter" idx="12"/>
          </p:nvPr>
        </p:nvSpPr>
        <p:spPr/>
        <p:txBody>
          <a:bodyPr/>
          <a:lstStyle/>
          <a:p>
            <a:fld id="{970823A4-003D-4761-98AE-0612E30E78EE}" type="slidenum">
              <a:rPr lang="en-IN" smtClean="0"/>
              <a:t>‹#›</a:t>
            </a:fld>
            <a:endParaRPr lang="en-IN"/>
          </a:p>
        </p:txBody>
      </p:sp>
    </p:spTree>
    <p:extLst>
      <p:ext uri="{BB962C8B-B14F-4D97-AF65-F5344CB8AC3E}">
        <p14:creationId xmlns:p14="http://schemas.microsoft.com/office/powerpoint/2010/main" val="1669759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9AF63-612F-8DD8-FB6B-4AF97C25B78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5B5077-84F0-5B70-CF49-253BFAF358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CB232C-C350-FDFC-084C-163B0B0457AD}"/>
              </a:ext>
            </a:extLst>
          </p:cNvPr>
          <p:cNvSpPr>
            <a:spLocks noGrp="1"/>
          </p:cNvSpPr>
          <p:nvPr>
            <p:ph type="dt" sz="half" idx="10"/>
          </p:nvPr>
        </p:nvSpPr>
        <p:spPr/>
        <p:txBody>
          <a:bodyPr/>
          <a:lstStyle/>
          <a:p>
            <a:fld id="{C6C253E6-68EC-412E-A489-8281D1D169A8}" type="datetimeFigureOut">
              <a:rPr lang="en-IN" smtClean="0"/>
              <a:t>11-02-2026</a:t>
            </a:fld>
            <a:endParaRPr lang="en-IN"/>
          </a:p>
        </p:txBody>
      </p:sp>
      <p:sp>
        <p:nvSpPr>
          <p:cNvPr id="5" name="Footer Placeholder 4">
            <a:extLst>
              <a:ext uri="{FF2B5EF4-FFF2-40B4-BE49-F238E27FC236}">
                <a16:creationId xmlns:a16="http://schemas.microsoft.com/office/drawing/2014/main" id="{3E969ADF-0F8B-6CB4-5EB9-5416FF9E24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F4D4F3-E235-2360-0615-C8C7941F0381}"/>
              </a:ext>
            </a:extLst>
          </p:cNvPr>
          <p:cNvSpPr>
            <a:spLocks noGrp="1"/>
          </p:cNvSpPr>
          <p:nvPr>
            <p:ph type="sldNum" sz="quarter" idx="12"/>
          </p:nvPr>
        </p:nvSpPr>
        <p:spPr/>
        <p:txBody>
          <a:bodyPr/>
          <a:lstStyle/>
          <a:p>
            <a:fld id="{970823A4-003D-4761-98AE-0612E30E78EE}" type="slidenum">
              <a:rPr lang="en-IN" smtClean="0"/>
              <a:t>‹#›</a:t>
            </a:fld>
            <a:endParaRPr lang="en-IN"/>
          </a:p>
        </p:txBody>
      </p:sp>
    </p:spTree>
    <p:extLst>
      <p:ext uri="{BB962C8B-B14F-4D97-AF65-F5344CB8AC3E}">
        <p14:creationId xmlns:p14="http://schemas.microsoft.com/office/powerpoint/2010/main" val="3798263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6F0E5A-B424-2903-5435-ABAF8E424F4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78C8CB5-8CFE-C7F5-39FB-233FC2D897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2BBF27-64F4-7093-107E-FF08E5E0C28E}"/>
              </a:ext>
            </a:extLst>
          </p:cNvPr>
          <p:cNvSpPr>
            <a:spLocks noGrp="1"/>
          </p:cNvSpPr>
          <p:nvPr>
            <p:ph type="dt" sz="half" idx="10"/>
          </p:nvPr>
        </p:nvSpPr>
        <p:spPr/>
        <p:txBody>
          <a:bodyPr/>
          <a:lstStyle/>
          <a:p>
            <a:fld id="{C6C253E6-68EC-412E-A489-8281D1D169A8}" type="datetimeFigureOut">
              <a:rPr lang="en-IN" smtClean="0"/>
              <a:t>11-02-2026</a:t>
            </a:fld>
            <a:endParaRPr lang="en-IN"/>
          </a:p>
        </p:txBody>
      </p:sp>
      <p:sp>
        <p:nvSpPr>
          <p:cNvPr id="5" name="Footer Placeholder 4">
            <a:extLst>
              <a:ext uri="{FF2B5EF4-FFF2-40B4-BE49-F238E27FC236}">
                <a16:creationId xmlns:a16="http://schemas.microsoft.com/office/drawing/2014/main" id="{29924D5C-05BC-F458-BEDD-42B4EE66E5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71CAB8-8CB5-C681-EE28-25BFA96E2F87}"/>
              </a:ext>
            </a:extLst>
          </p:cNvPr>
          <p:cNvSpPr>
            <a:spLocks noGrp="1"/>
          </p:cNvSpPr>
          <p:nvPr>
            <p:ph type="sldNum" sz="quarter" idx="12"/>
          </p:nvPr>
        </p:nvSpPr>
        <p:spPr/>
        <p:txBody>
          <a:bodyPr/>
          <a:lstStyle/>
          <a:p>
            <a:fld id="{970823A4-003D-4761-98AE-0612E30E78EE}" type="slidenum">
              <a:rPr lang="en-IN" smtClean="0"/>
              <a:t>‹#›</a:t>
            </a:fld>
            <a:endParaRPr lang="en-IN"/>
          </a:p>
        </p:txBody>
      </p:sp>
    </p:spTree>
    <p:extLst>
      <p:ext uri="{BB962C8B-B14F-4D97-AF65-F5344CB8AC3E}">
        <p14:creationId xmlns:p14="http://schemas.microsoft.com/office/powerpoint/2010/main" val="458602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1C7952-78E3-8F60-57B9-96CA03C181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F8B554-988B-59B8-1A68-AC35919426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9318C7-0610-E136-C03C-3D920B36B9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C253E6-68EC-412E-A489-8281D1D169A8}" type="datetimeFigureOut">
              <a:rPr lang="en-IN" smtClean="0"/>
              <a:t>11-02-2026</a:t>
            </a:fld>
            <a:endParaRPr lang="en-IN"/>
          </a:p>
        </p:txBody>
      </p:sp>
      <p:sp>
        <p:nvSpPr>
          <p:cNvPr id="5" name="Footer Placeholder 4">
            <a:extLst>
              <a:ext uri="{FF2B5EF4-FFF2-40B4-BE49-F238E27FC236}">
                <a16:creationId xmlns:a16="http://schemas.microsoft.com/office/drawing/2014/main" id="{2FFC94E8-5266-18A5-5CAE-29CC5E155B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B528441-DA69-A56E-1FA0-DAFCD9CD97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0823A4-003D-4761-98AE-0612E30E78EE}" type="slidenum">
              <a:rPr lang="en-IN" smtClean="0"/>
              <a:t>‹#›</a:t>
            </a:fld>
            <a:endParaRPr lang="en-IN"/>
          </a:p>
        </p:txBody>
      </p:sp>
    </p:spTree>
    <p:extLst>
      <p:ext uri="{BB962C8B-B14F-4D97-AF65-F5344CB8AC3E}">
        <p14:creationId xmlns:p14="http://schemas.microsoft.com/office/powerpoint/2010/main" val="1754092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7C775D5F_42B60FC1.xml"/><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hyperlink" Target="mailto:%3cpbaumhart@deloitte.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7C775D60_51E547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9BEB6-4BA6-0C1C-69E7-9774263E3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7F1633-D66C-145B-9F36-15FF00BF4011}"/>
              </a:ext>
            </a:extLst>
          </p:cNvPr>
          <p:cNvSpPr>
            <a:spLocks noGrp="1"/>
          </p:cNvSpPr>
          <p:nvPr>
            <p:ph type="title"/>
          </p:nvPr>
        </p:nvSpPr>
        <p:spPr>
          <a:xfrm>
            <a:off x="469900" y="402587"/>
            <a:ext cx="11252200" cy="448314"/>
          </a:xfrm>
        </p:spPr>
        <p:txBody>
          <a:bodyPr>
            <a:noAutofit/>
          </a:bodyPr>
          <a:lstStyle/>
          <a:p>
            <a:r>
              <a:rPr lang="en-US" sz="3200" b="1" dirty="0"/>
              <a:t>Cloud Infrastructure View - Prod</a:t>
            </a:r>
          </a:p>
        </p:txBody>
      </p:sp>
      <p:sp>
        <p:nvSpPr>
          <p:cNvPr id="6" name="TextBox 5">
            <a:extLst>
              <a:ext uri="{FF2B5EF4-FFF2-40B4-BE49-F238E27FC236}">
                <a16:creationId xmlns:a16="http://schemas.microsoft.com/office/drawing/2014/main" id="{C2B3DE2B-4BBD-854C-AE7C-0A84575777B4}"/>
              </a:ext>
            </a:extLst>
          </p:cNvPr>
          <p:cNvSpPr txBox="1"/>
          <p:nvPr/>
        </p:nvSpPr>
        <p:spPr>
          <a:xfrm>
            <a:off x="8292230" y="65956"/>
            <a:ext cx="3787476" cy="1456296"/>
          </a:xfrm>
          <a:prstGeom prst="rect">
            <a:avLst/>
          </a:prstGeom>
          <a:noFill/>
        </p:spPr>
        <p:txBody>
          <a:bodyPr wrap="square" lIns="91440" tIns="45720" rIns="91440" bIns="45720" anchor="t">
            <a:spAutoFit/>
          </a:bodyPr>
          <a:lstStyle/>
          <a:p>
            <a:pPr>
              <a:lnSpc>
                <a:spcPct val="106000"/>
              </a:lnSpc>
            </a:pPr>
            <a:r>
              <a:rPr lang="en-US" sz="1200" dirty="0">
                <a:latin typeface="Aptos" panose="020B0004020202020204" pitchFamily="34" charset="0"/>
              </a:rPr>
              <a:t>Approval date (DAS/Audit Cloud Architecture): </a:t>
            </a:r>
            <a:r>
              <a:rPr lang="en-US" sz="1200" b="1" dirty="0">
                <a:latin typeface="Aptos" panose="020B0004020202020204" pitchFamily="34" charset="0"/>
              </a:rPr>
              <a:t>10/01/2025 –PXE infrastructure;  09/25/25 - AEF infrastructure approval</a:t>
            </a:r>
            <a:endParaRPr lang="en-US" sz="1200" dirty="0">
              <a:latin typeface="Aptos" panose="020B0004020202020204" pitchFamily="34" charset="0"/>
              <a:ea typeface="Verdana"/>
            </a:endParaRPr>
          </a:p>
          <a:p>
            <a:pPr>
              <a:lnSpc>
                <a:spcPct val="106000"/>
              </a:lnSpc>
            </a:pPr>
            <a:r>
              <a:rPr lang="en-US" sz="1200" dirty="0">
                <a:latin typeface="Aptos" panose="020B0004020202020204" pitchFamily="34" charset="0"/>
              </a:rPr>
              <a:t>Approved by (DAS/Audit Cloud Architecture): </a:t>
            </a:r>
            <a:r>
              <a:rPr lang="en-US" sz="1200" b="1" dirty="0">
                <a:latin typeface="Aptos" panose="020B0004020202020204" pitchFamily="34" charset="0"/>
              </a:rPr>
              <a:t> </a:t>
            </a:r>
            <a:r>
              <a:rPr lang="en-US" sz="1200" b="1" dirty="0">
                <a:latin typeface="Aptos" panose="020B0004020202020204" pitchFamily="34" charset="0"/>
                <a:ea typeface="Calibri"/>
                <a:cs typeface="Calibri"/>
              </a:rPr>
              <a:t>Kumar, Ravi—PXE infrastructure </a:t>
            </a:r>
          </a:p>
          <a:p>
            <a:pPr>
              <a:lnSpc>
                <a:spcPct val="106000"/>
              </a:lnSpc>
            </a:pPr>
            <a:r>
              <a:rPr lang="en-US" sz="1200" b="1" dirty="0" err="1">
                <a:latin typeface="Aptos" panose="020B0004020202020204" pitchFamily="34" charset="0"/>
                <a:ea typeface="+mn-lt"/>
                <a:cs typeface="+mn-lt"/>
              </a:rPr>
              <a:t>Baumhart</a:t>
            </a:r>
            <a:r>
              <a:rPr lang="en-US" sz="1200" b="1" dirty="0">
                <a:latin typeface="Aptos" panose="020B0004020202020204" pitchFamily="34" charset="0"/>
                <a:ea typeface="+mn-lt"/>
                <a:cs typeface="+mn-lt"/>
              </a:rPr>
              <a:t>, Patrick </a:t>
            </a:r>
            <a:r>
              <a:rPr lang="en-US" sz="1200" b="1" dirty="0">
                <a:latin typeface="Aptos" panose="020B0004020202020204" pitchFamily="34" charset="0"/>
                <a:ea typeface="+mn-lt"/>
                <a:cs typeface="+mn-lt"/>
                <a:hlinkClick r:id="rId4"/>
              </a:rPr>
              <a:t>&lt;pbaumhart@deloitte.com</a:t>
            </a:r>
            <a:r>
              <a:rPr lang="en-US" sz="1200" b="1" dirty="0">
                <a:latin typeface="Aptos" panose="020B0004020202020204" pitchFamily="34" charset="0"/>
                <a:ea typeface="+mn-lt"/>
                <a:cs typeface="+mn-lt"/>
              </a:rPr>
              <a:t>&gt; -AEF infrastructure </a:t>
            </a:r>
            <a:endParaRPr lang="en-US" sz="1200" b="1" dirty="0">
              <a:latin typeface="Aptos" panose="020B0004020202020204" pitchFamily="34" charset="0"/>
            </a:endParaRPr>
          </a:p>
        </p:txBody>
      </p:sp>
      <p:pic>
        <p:nvPicPr>
          <p:cNvPr id="4" name="Picture 3" descr="A diagram of a cloud&#10;&#10;AI-generated content may be incorrect.">
            <a:extLst>
              <a:ext uri="{FF2B5EF4-FFF2-40B4-BE49-F238E27FC236}">
                <a16:creationId xmlns:a16="http://schemas.microsoft.com/office/drawing/2014/main" id="{A75BA6C3-CA95-3489-DCB9-6560B5EC5CE8}"/>
              </a:ext>
            </a:extLst>
          </p:cNvPr>
          <p:cNvPicPr>
            <a:picLocks noChangeAspect="1"/>
          </p:cNvPicPr>
          <p:nvPr/>
        </p:nvPicPr>
        <p:blipFill>
          <a:blip r:embed="rId5"/>
          <a:stretch>
            <a:fillRect/>
          </a:stretch>
        </p:blipFill>
        <p:spPr>
          <a:xfrm>
            <a:off x="1645678" y="1507949"/>
            <a:ext cx="7492528" cy="5096312"/>
          </a:xfrm>
          <a:prstGeom prst="rect">
            <a:avLst/>
          </a:prstGeom>
        </p:spPr>
      </p:pic>
    </p:spTree>
    <p:extLst>
      <p:ext uri="{BB962C8B-B14F-4D97-AF65-F5344CB8AC3E}">
        <p14:creationId xmlns:p14="http://schemas.microsoft.com/office/powerpoint/2010/main" val="1119227841"/>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omputer&#10;&#10;AI-generated content may be incorrect.">
            <a:extLst>
              <a:ext uri="{FF2B5EF4-FFF2-40B4-BE49-F238E27FC236}">
                <a16:creationId xmlns:a16="http://schemas.microsoft.com/office/drawing/2014/main" id="{5E6EDCDF-64E8-7BDF-DA16-479D80B618C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67000" y="412750"/>
            <a:ext cx="6858000" cy="6032500"/>
          </a:xfrm>
          <a:prstGeom prst="rect">
            <a:avLst/>
          </a:prstGeom>
          <a:noFill/>
          <a:ln>
            <a:noFill/>
          </a:ln>
        </p:spPr>
      </p:pic>
    </p:spTree>
    <p:extLst>
      <p:ext uri="{BB962C8B-B14F-4D97-AF65-F5344CB8AC3E}">
        <p14:creationId xmlns:p14="http://schemas.microsoft.com/office/powerpoint/2010/main" val="1373980648"/>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5</TotalTime>
  <Words>219</Words>
  <Application>Microsoft Office PowerPoint</Application>
  <PresentationFormat>Widescreen</PresentationFormat>
  <Paragraphs>19</Paragraphs>
  <Slides>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Calibri</vt:lpstr>
      <vt:lpstr>Office Theme</vt:lpstr>
      <vt:lpstr>Cloud Infrastructure View - Prod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Chandrakant Phutankar, Komal</dc:creator>
  <cp:lastModifiedBy>Chandrakant Phutankar, Komal</cp:lastModifiedBy>
  <cp:revision>2</cp:revision>
  <dcterms:created xsi:type="dcterms:W3CDTF">2026-02-11T16:16:41Z</dcterms:created>
  <dcterms:modified xsi:type="dcterms:W3CDTF">2026-02-11T16:22:29Z</dcterms:modified>
</cp:coreProperties>
</file>